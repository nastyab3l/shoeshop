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5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75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CF5E-6B3A-D239-8195-FCAD16C5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17ECE-418F-D5F1-0547-7CD052F91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76D1B-46EA-A78B-F87E-40EEF07B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C8E11-C050-2F65-105E-B21823001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18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A65E-3C67-A572-99F4-EE807C8B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8F0BB-081B-303A-8408-9204C362D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E42E0-7CC1-F1F3-9091-1EC238FE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4167-7CDB-CCE7-A787-7093C49BE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0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F531-79AE-79A8-3C01-FE15E063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E8244-97FE-7255-428D-00F506DE7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14528-D627-499D-D986-EAF88054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A2880-0ECA-C201-C045-56C6A3FED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337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428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100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7499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699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2353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524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0983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734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403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255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27824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2005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484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390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070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61954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62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0000"/>
                <a:lumOff val="80000"/>
              </a:schemeClr>
            </a:gs>
            <a:gs pos="74000">
              <a:schemeClr val="tx2"/>
            </a:gs>
            <a:gs pos="100000">
              <a:schemeClr val="tx2">
                <a:lumMod val="9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2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4615"/>
            <a:ext cx="9143999" cy="68572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ShoeShop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3799246" y="4775754"/>
            <a:ext cx="1640332" cy="18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• 2025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FE193F-1D59-296C-D064-388908F26493}"/>
              </a:ext>
            </a:extLst>
          </p:cNvPr>
          <p:cNvSpPr/>
          <p:nvPr/>
        </p:nvSpPr>
        <p:spPr>
          <a:xfrm>
            <a:off x="1158240" y="85256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9F60603-B142-F452-97B2-F32F79666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592778"/>
              </p:ext>
            </p:extLst>
          </p:nvPr>
        </p:nvGraphicFramePr>
        <p:xfrm>
          <a:off x="5673436" y="3413070"/>
          <a:ext cx="335280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Выполнила: 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Белова Анастасия Алексеевна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ru-RU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9059" y="346814"/>
            <a:ext cx="452576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 использования</a:t>
            </a:r>
            <a:endParaRPr lang="en-US" sz="27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09C31F-6CAF-829F-AC31-9A4E1D96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987" y="1125855"/>
            <a:ext cx="5534025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6" y="609577"/>
            <a:ext cx="808334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6" y="1249567"/>
            <a:ext cx="7620117" cy="199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язык разработки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построение интерфейса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загрузка данных с сервера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переход между экранами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Design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r>
              <a:rPr lang="ru-RU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6" y="609577"/>
            <a:ext cx="808334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кода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6" y="1249567"/>
            <a:ext cx="7620117" cy="157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слой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экраны и кнопки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слой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обработка событий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слой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API запросы к серверу</a:t>
            </a:r>
            <a:endParaRPr lang="en-US" sz="135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35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</a:t>
            </a:r>
            <a:r>
              <a:rPr lang="ru-RU" sz="135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урация</a:t>
            </a: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настройки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6" y="609577"/>
            <a:ext cx="808334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Используемые библиотеки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6" y="1249567"/>
            <a:ext cx="7620117" cy="337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AutoNum type="arabicPeriod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UI (Jetpack Compose)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androidx.compose.ui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Базовые компоненты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Compose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androidx.compose.ui.graphics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Графика и рисование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androidx.compose.ui.tooling.preview - Preview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в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 Studio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androidx.compose.material3 - Material Design 3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компоненты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androidx.compose.foundation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Базовые строительные блоки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androidx.compose.runtime - Runtime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система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Compose</a:t>
            </a: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Почему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Compose?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Современный декларативный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UI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фреймворк от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Google,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упрощает разработку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UI,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лучше производительность, меньше кода.</a:t>
            </a:r>
            <a:endParaRPr lang="fr-FR" sz="1350" b="1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2946-923C-3D89-A48F-757E887A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7EEFDE-5F6F-F68A-6A61-99AF4710E8B3}"/>
              </a:ext>
            </a:extLst>
          </p:cNvPr>
          <p:cNvSpPr/>
          <p:nvPr/>
        </p:nvSpPr>
        <p:spPr>
          <a:xfrm>
            <a:off x="609576" y="394831"/>
            <a:ext cx="808334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Используемые библиотеки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685DBE-8BE7-FECF-F7F1-6DEE49404D4A}"/>
              </a:ext>
            </a:extLst>
          </p:cNvPr>
          <p:cNvSpPr/>
          <p:nvPr/>
        </p:nvSpPr>
        <p:spPr>
          <a:xfrm>
            <a:off x="761941" y="961303"/>
            <a:ext cx="7620117" cy="3735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Архитектура и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androidx.lifecycle.* - ViewModel, LiveData, lifecycle-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androidx.lifecycle.viewmodel-compose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lifecycle-runtime-compose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Почему? - Чистая архитектура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MVVM,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отделение </a:t>
            </a:r>
            <a:r>
              <a:rPr lang="fr-FR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бизнес-логики, обработка конфигураций.</a:t>
            </a:r>
          </a:p>
          <a:p>
            <a:pPr>
              <a:lnSpc>
                <a:spcPct val="150000"/>
              </a:lnSpc>
              <a:buSzPct val="100000"/>
            </a:pP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Сеть и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- HTTP-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для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converter-</a:t>
            </a: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Конвертация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объекты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volley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Альтернативный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(дублирование)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Retrofit?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 рынка, отличная интеграция с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Coroutines.</a:t>
            </a: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2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330F1-C9F2-398C-CF2F-F88D7B5C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06D8ED-8C2C-9FE7-9A01-71C4C422C89C}"/>
              </a:ext>
            </a:extLst>
          </p:cNvPr>
          <p:cNvSpPr/>
          <p:nvPr/>
        </p:nvSpPr>
        <p:spPr>
          <a:xfrm>
            <a:off x="609576" y="426698"/>
            <a:ext cx="8083343" cy="41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Используемые библиотеки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FC8C3D-D8FD-4C6C-B5C6-E68CE4FF8C22}"/>
              </a:ext>
            </a:extLst>
          </p:cNvPr>
          <p:cNvSpPr/>
          <p:nvPr/>
        </p:nvSpPr>
        <p:spPr>
          <a:xfrm>
            <a:off x="914306" y="924447"/>
            <a:ext cx="7620117" cy="4040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</a:rPr>
              <a:t>4. Навигация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chemeClr val="bg1"/>
                </a:solidFill>
              </a:rPr>
              <a:t>navigation.compose</a:t>
            </a:r>
            <a:r>
              <a:rPr lang="en-US" sz="1350" b="1" dirty="0">
                <a:solidFill>
                  <a:schemeClr val="bg1"/>
                </a:solidFill>
              </a:rPr>
              <a:t> - </a:t>
            </a:r>
            <a:r>
              <a:rPr lang="ru-RU" sz="1350" b="1" dirty="0">
                <a:solidFill>
                  <a:schemeClr val="bg1"/>
                </a:solidFill>
              </a:rPr>
              <a:t>Навигация в </a:t>
            </a:r>
            <a:r>
              <a:rPr lang="en-US" sz="1350" b="1" dirty="0">
                <a:solidFill>
                  <a:schemeClr val="bg1"/>
                </a:solidFill>
              </a:rPr>
              <a:t>Compose-</a:t>
            </a:r>
            <a:r>
              <a:rPr lang="ru-RU" sz="1350" b="1" dirty="0">
                <a:solidFill>
                  <a:schemeClr val="bg1"/>
                </a:solidFill>
              </a:rPr>
              <a:t>приложениях</a:t>
            </a: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</a:rPr>
              <a:t>Почему? - Официальное решение для навигации в </a:t>
            </a:r>
            <a:r>
              <a:rPr lang="en-US" sz="1350" b="1" dirty="0">
                <a:solidFill>
                  <a:schemeClr val="bg1"/>
                </a:solidFill>
              </a:rPr>
              <a:t>Compose</a:t>
            </a:r>
            <a:r>
              <a:rPr lang="ru-RU" sz="1350" b="1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  <a:buSzPct val="100000"/>
            </a:pP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Асинхронность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kotlinx.coroutines.android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Coroutines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асинхронных операций</a:t>
            </a: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Coroutines?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Официальное решение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Kotlin,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читаемый асинхронный код.</a:t>
            </a:r>
          </a:p>
          <a:p>
            <a:pPr>
              <a:lnSpc>
                <a:spcPct val="150000"/>
              </a:lnSpc>
              <a:buSzPct val="100000"/>
            </a:pPr>
            <a:endParaRPr lang="ru-RU" sz="135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Вспомогательные библиотеки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accompanist-pager - Pager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accompanist-pager-indicators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Индикаторы для пагинации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core-</a:t>
            </a: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splashscreen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загрузки приложения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core-</a:t>
            </a:r>
            <a:r>
              <a:rPr lang="en-US" sz="135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ktx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Kotlin </a:t>
            </a:r>
            <a:r>
              <a:rPr lang="ru-RU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расширения для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72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54BD-9D0C-75CB-A8B2-30E6EC4F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C901AF-AFDD-0528-9948-A471E9D87698}"/>
              </a:ext>
            </a:extLst>
          </p:cNvPr>
          <p:cNvSpPr/>
          <p:nvPr/>
        </p:nvSpPr>
        <p:spPr>
          <a:xfrm>
            <a:off x="0" y="2054615"/>
            <a:ext cx="9143999" cy="68572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ShoeShop</a:t>
            </a:r>
            <a:endParaRPr lang="en-US" sz="4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C094D9-461B-D512-56F6-06CE826EDE4F}"/>
              </a:ext>
            </a:extLst>
          </p:cNvPr>
          <p:cNvSpPr/>
          <p:nvPr/>
        </p:nvSpPr>
        <p:spPr>
          <a:xfrm>
            <a:off x="3799246" y="4775754"/>
            <a:ext cx="1640332" cy="18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• 2025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6B7210-175E-76FA-1C67-F6F74A6A4823}"/>
              </a:ext>
            </a:extLst>
          </p:cNvPr>
          <p:cNvSpPr/>
          <p:nvPr/>
        </p:nvSpPr>
        <p:spPr>
          <a:xfrm>
            <a:off x="1158240" y="85256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83CC5D3-1A53-277F-C7F1-6156B615A4D4}"/>
              </a:ext>
            </a:extLst>
          </p:cNvPr>
          <p:cNvGraphicFramePr>
            <a:graphicFrameLocks noGrp="1"/>
          </p:cNvGraphicFramePr>
          <p:nvPr/>
        </p:nvGraphicFramePr>
        <p:xfrm>
          <a:off x="5673436" y="3413070"/>
          <a:ext cx="335280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Выполнила: 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Белова Анастасия Алексеевна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ru-RU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309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</TotalTime>
  <Words>388</Words>
  <Application>Microsoft Office PowerPoint</Application>
  <PresentationFormat>Экран (16:9)</PresentationFormat>
  <Paragraphs>73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Times New Roman</vt:lpstr>
      <vt:lpstr>Damask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Анастасия Белова</cp:lastModifiedBy>
  <cp:revision>6</cp:revision>
  <dcterms:created xsi:type="dcterms:W3CDTF">2025-12-19T22:23:26Z</dcterms:created>
  <dcterms:modified xsi:type="dcterms:W3CDTF">2025-12-20T08:37:02Z</dcterms:modified>
</cp:coreProperties>
</file>